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75" r:id="rId7"/>
    <p:sldId id="260" r:id="rId8"/>
    <p:sldId id="264" r:id="rId9"/>
    <p:sldId id="274" r:id="rId10"/>
    <p:sldId id="276" r:id="rId11"/>
    <p:sldId id="261" r:id="rId12"/>
    <p:sldId id="278" r:id="rId13"/>
    <p:sldId id="279" r:id="rId14"/>
    <p:sldId id="262" r:id="rId15"/>
    <p:sldId id="277" r:id="rId16"/>
    <p:sldId id="266" r:id="rId17"/>
    <p:sldId id="268" r:id="rId18"/>
    <p:sldId id="269" r:id="rId19"/>
    <p:sldId id="270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200"/>
                    </a14:imgEffect>
                    <a14:imgEffect>
                      <a14:saturation sat="9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518D1-ED0C-4CBD-B2DB-8C729FE8B2B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3025B-1BDD-4DCB-A4A9-7F69014BE1E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6-03-23 at 6.14.51 PM"/>
          <p:cNvPicPr>
            <a:picLocks noChangeAspect="1"/>
          </p:cNvPicPr>
          <p:nvPr/>
        </p:nvPicPr>
        <p:blipFill>
          <a:blip r:embed="rId1">
            <a:alphaModFix amt="20000"/>
            <a:clrChange>
              <a:clrFrom>
                <a:srgbClr val="EBF5FF">
                  <a:alpha val="100000"/>
                </a:srgbClr>
              </a:clrFrom>
              <a:clrTo>
                <a:srgbClr val="EBF5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70560" y="-144780"/>
            <a:ext cx="5030470" cy="4525010"/>
          </a:xfrm>
          <a:prstGeom prst="rect">
            <a:avLst/>
          </a:prstGeom>
        </p:spPr>
      </p:pic>
      <p:pic>
        <p:nvPicPr>
          <p:cNvPr id="4" name="Picture 3" descr="WhatsApp Image 2026-03-23 at 6.14.55 PM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72095" y="3773805"/>
            <a:ext cx="4319905" cy="3667760"/>
          </a:xfrm>
          <a:prstGeom prst="rect">
            <a:avLst/>
          </a:prstGeom>
        </p:spPr>
      </p:pic>
      <p:pic>
        <p:nvPicPr>
          <p:cNvPr id="3" name="Picture 2" descr="WhatsApp Image 2026-03-23 at 6.14.47 PM"/>
          <p:cNvPicPr>
            <a:picLocks noChangeAspect="1"/>
          </p:cNvPicPr>
          <p:nvPr/>
        </p:nvPicPr>
        <p:blipFill>
          <a:blip r:embed="rId3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90575" y="3924300"/>
            <a:ext cx="5150485" cy="336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2015" y="1862504"/>
            <a:ext cx="9387155" cy="3133618"/>
          </a:xfrm>
        </p:spPr>
        <p:txBody>
          <a:bodyPr>
            <a:normAutofit fontScale="90000"/>
          </a:bodyPr>
          <a:lstStyle/>
          <a:p>
            <a:r>
              <a:rPr lang="en-IN" alt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Prescripto -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Medication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rescription Tracker</a:t>
            </a:r>
            <a:r>
              <a:rPr lang="en-IN" alt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AI-Powered Health Assistant</a:t>
            </a:r>
            <a:endParaRPr lang="en-US" altLang="en-GB" b="1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6-03-23 at 6.14.52 PM"/>
          <p:cNvPicPr>
            <a:picLocks noChangeAspect="1"/>
          </p:cNvPicPr>
          <p:nvPr/>
        </p:nvPicPr>
        <p:blipFill>
          <a:blip r:embed="rId4">
            <a:alphaModFix amt="2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5800" y="-869315"/>
            <a:ext cx="4127500" cy="4544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845" y="1471930"/>
            <a:ext cx="6263005" cy="618490"/>
          </a:xfrm>
        </p:spPr>
        <p:txBody>
          <a:bodyPr/>
          <a:lstStyle/>
          <a:p>
            <a:pPr algn="l"/>
            <a:r>
              <a:rPr lang="en-IN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IN" sz="36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236" y="3603749"/>
            <a:ext cx="9486472" cy="1980344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65835" y="2773045"/>
          <a:ext cx="780034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170"/>
                <a:gridCol w="3900170"/>
              </a:tblGrid>
              <a:tr h="396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KHUSHI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2.SHREYA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3.PRIYANSH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BACKEND, AI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4.AKSHATA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BACKEND, AI</a:t>
                      </a:r>
                      <a:endParaRPr lang="en-IN" alt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910" y="1056005"/>
            <a:ext cx="10323195" cy="1325880"/>
          </a:xfrm>
        </p:spPr>
        <p:txBody>
          <a:bodyPr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545" y="2065655"/>
            <a:ext cx="10322560" cy="40487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Ø"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healthcare systems rely on manual prescriptions and paper records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struggle with managing medications and schedules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missed doses, errors, and lost prescriptions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efficient communication between doctors and patients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Ø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secure and centralized digital solution.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hatsApp Image 2026-03-23 at 6.14.47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64680" y="2961005"/>
            <a:ext cx="5150485" cy="3366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5040" y="518795"/>
            <a:ext cx="9828530" cy="93218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5040" y="2054860"/>
            <a:ext cx="6403975" cy="443357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medication tracking systems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maintaining and retrieving prescriptions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monitoring of patient medication adherence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leading to incorrect dosage and misuse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and secure platform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b="3174"/>
          <a:stretch>
            <a:fillRect/>
          </a:stretch>
        </p:blipFill>
        <p:spPr>
          <a:xfrm>
            <a:off x="7515496" y="1451019"/>
            <a:ext cx="4162697" cy="4148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6615"/>
            <a:ext cx="10457180" cy="699135"/>
          </a:xfrm>
        </p:spPr>
        <p:txBody>
          <a:bodyPr/>
          <a:p>
            <a:r>
              <a:rPr lang="en-IN" altLang="en-GB" sz="3600" b="1"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</a:t>
            </a:r>
            <a:endParaRPr lang="en-IN" altLang="en-GB" sz="3600" b="1">
              <a:solidFill>
                <a:schemeClr val="accent4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Ø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digital prescription system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medication tracking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automated reminders for schedules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doctors and patients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storage and easy access to records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Increase accuracy and efficiency in healthcare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hatsApp Image 2026-03-23 at 6.14.52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1210" y="2014855"/>
            <a:ext cx="3780790" cy="4544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3-23 at 6.14.55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4780" y="3765550"/>
            <a:ext cx="4319905" cy="3667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745" y="1043305"/>
            <a:ext cx="9660255" cy="662305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07745" y="2049780"/>
            <a:ext cx="9660890" cy="437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IN" altLang="en-US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Prescripto is a digital platform for prescription and medication management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Doctors can create and manage digital prescriptions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track medications and schedules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reminders for timely intake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 of medical records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via web platforms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AI-powered health assistant for real-time guidance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717550"/>
            <a:ext cx="10198100" cy="132588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 rot="10800000" flipV="1">
            <a:off x="875665" y="1798320"/>
            <a:ext cx="10457815" cy="304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Prescription Management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 Tracking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Reminders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(Doctor, Patient, Caregiver, Admin)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History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Caregiver Support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Health Assistant (Chatbot)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0" y="39438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WhatsApp Image 2026-03-23 at 6.14.47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D">
                  <a:alpha val="100000"/>
                </a:srgbClr>
              </a:clrFrom>
              <a:clrTo>
                <a:srgbClr val="FFFF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9835" y="3220085"/>
            <a:ext cx="6452235" cy="363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383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6354" y="3269774"/>
          <a:ext cx="10093235" cy="1584960"/>
        </p:xfrm>
        <a:graphic>
          <a:graphicData uri="http://schemas.openxmlformats.org/drawingml/2006/table">
            <a:tbl>
              <a:tblPr/>
              <a:tblGrid>
                <a:gridCol w="5080864"/>
                <a:gridCol w="5012371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703" y="2000250"/>
          <a:ext cx="9553575" cy="3679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6772"/>
                <a:gridCol w="4776772"/>
              </a:tblGrid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(Prescripto)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 prescriptions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prescription system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reminders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notifications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loss or damage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cloud storage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56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medication tracking</a:t>
                      </a:r>
                      <a:endParaRPr lang="en-I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medication tracking</a:t>
                      </a:r>
                      <a:endParaRPr lang="en-I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88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record retrieval</a:t>
                      </a:r>
                      <a:endParaRPr lang="en-I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access to history</a:t>
                      </a:r>
                      <a:endParaRPr lang="en-I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7250"/>
            <a:ext cx="10515600" cy="833755"/>
          </a:xfrm>
        </p:spPr>
        <p:txBody>
          <a:bodyPr/>
          <a:p>
            <a:r>
              <a:rPr lang="en-IN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IN" altLang="en-GB" sz="3600" b="1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Ø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implementation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Digital prescription creation and management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Patient dashboard for medication tracking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Reminder notification system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with encryption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Basic analytics for prescriptions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6-03-23 at 6.14.51 PM"/>
          <p:cNvPicPr>
            <a:picLocks noChangeAspect="1"/>
          </p:cNvPicPr>
          <p:nvPr/>
        </p:nvPicPr>
        <p:blipFill>
          <a:blip r:embed="rId1">
            <a:clrChange>
              <a:clrFrom>
                <a:srgbClr val="EBF5FF">
                  <a:alpha val="100000"/>
                </a:srgbClr>
              </a:clrFrom>
              <a:clrTo>
                <a:srgbClr val="EBF5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1630" y="2729230"/>
            <a:ext cx="503047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IN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0989"/>
          <a:stretch>
            <a:fillRect/>
          </a:stretch>
        </p:blipFill>
        <p:spPr>
          <a:xfrm>
            <a:off x="952500" y="1506584"/>
            <a:ext cx="9471660" cy="4986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Module Overview</a:t>
            </a:r>
            <a:endParaRPr lang="en-US" altLang="en-GB" sz="3600" b="1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AI Health Assistant using Google Gemini API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health-related responses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with medicine information and side effects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with smart assistance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Features</a:t>
            </a:r>
            <a:endParaRPr lang="en-US" altLang="en-GB" sz="3600" b="1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for instant responses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Medicine usage and dosage information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query handling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Health tips and basic guidance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Quick suggestion buttons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Floating chat interface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970" y="1014730"/>
            <a:ext cx="10515600" cy="77597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USED: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9970" y="2073910"/>
            <a:ext cx="5372100" cy="219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/ React 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 17</a:t>
            </a: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SpringBoot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 Google Gemini API (2.5-Flash)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Authentication</a:t>
            </a:r>
            <a:endParaRPr kumimoji="0" lang="en-US" alt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WhatsApp Image 2026-03-23 at 6.14.48 PM (1)"/>
          <p:cNvPicPr>
            <a:picLocks noChangeAspect="1"/>
          </p:cNvPicPr>
          <p:nvPr/>
        </p:nvPicPr>
        <p:blipFill>
          <a:blip r:embed="rId1">
            <a:alphaModFix amt="40000"/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9355" y="5680710"/>
            <a:ext cx="3060065" cy="929005"/>
          </a:xfrm>
          <a:prstGeom prst="rect">
            <a:avLst/>
          </a:prstGeom>
        </p:spPr>
      </p:pic>
      <p:pic>
        <p:nvPicPr>
          <p:cNvPr id="5" name="Picture 4" descr="WhatsApp Image 2026-03-23 at 6.14.48 PM"/>
          <p:cNvPicPr>
            <a:picLocks noChangeAspect="1"/>
          </p:cNvPicPr>
          <p:nvPr/>
        </p:nvPicPr>
        <p:blipFill>
          <a:blip r:embed="rId2">
            <a:alphaModFix amt="4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1520" y="3432810"/>
            <a:ext cx="2247900" cy="2247900"/>
          </a:xfrm>
          <a:prstGeom prst="rect">
            <a:avLst/>
          </a:prstGeom>
        </p:spPr>
      </p:pic>
      <p:pic>
        <p:nvPicPr>
          <p:cNvPr id="6" name="Picture 5" descr="WhatsApp Image 2026-03-23 at 6.14.49 PM"/>
          <p:cNvPicPr>
            <a:picLocks noChangeAspect="1"/>
          </p:cNvPicPr>
          <p:nvPr/>
        </p:nvPicPr>
        <p:blipFill>
          <a:blip r:embed="rId3">
            <a:alphaModFix amt="40000"/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4650" y="2255520"/>
            <a:ext cx="2762885" cy="1718945"/>
          </a:xfrm>
          <a:prstGeom prst="rect">
            <a:avLst/>
          </a:prstGeom>
        </p:spPr>
      </p:pic>
      <p:pic>
        <p:nvPicPr>
          <p:cNvPr id="7" name="Picture 6" descr="WhatsApp Image 2026-03-23 at 6.14.50 PM"/>
          <p:cNvPicPr>
            <a:picLocks noChangeAspect="1"/>
          </p:cNvPicPr>
          <p:nvPr/>
        </p:nvPicPr>
        <p:blipFill>
          <a:blip r:embed="rId4">
            <a:alphaModFix amt="5000"/>
            <a:clrChange>
              <a:clrFrom>
                <a:srgbClr val="EDEDED">
                  <a:alpha val="100000"/>
                </a:srgbClr>
              </a:clrFrom>
              <a:clrTo>
                <a:srgbClr val="EDEDE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4805" y="4503420"/>
            <a:ext cx="2114550" cy="2354580"/>
          </a:xfrm>
          <a:prstGeom prst="rect">
            <a:avLst/>
          </a:prstGeom>
        </p:spPr>
      </p:pic>
      <p:pic>
        <p:nvPicPr>
          <p:cNvPr id="10" name="Picture 9" descr="WhatsApp Image 2026-03-23 at 6.14.53 PM"/>
          <p:cNvPicPr>
            <a:picLocks noChangeAspect="1"/>
          </p:cNvPicPr>
          <p:nvPr/>
        </p:nvPicPr>
        <p:blipFill>
          <a:blip r:embed="rId5">
            <a:alphaModFix amt="40000"/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8485" y="220980"/>
            <a:ext cx="2723515" cy="2180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7090"/>
            <a:ext cx="10515600" cy="843915"/>
          </a:xfrm>
        </p:spPr>
        <p:txBody>
          <a:bodyPr/>
          <a:p>
            <a:r>
              <a:rPr lang="en-IN" altLang="en-GB" sz="36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endParaRPr lang="en-IN" altLang="en-GB" sz="3600" b="1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Doctors: Create and manage prescriptions, monitor patients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Patients: Track medications, receive reminders, view history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Caregivers: Assist patients, monitor schedules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Admin: Manage users, monitor system, handle complaints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6-03-23 at 6.14.47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9640" y="2043430"/>
            <a:ext cx="5720080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155" y="1081405"/>
            <a:ext cx="10515600" cy="680720"/>
          </a:xfrm>
        </p:spPr>
        <p:txBody>
          <a:bodyPr/>
          <a:lstStyle/>
          <a:p>
            <a:r>
              <a:rPr lang="en-IN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</a:t>
            </a:r>
            <a:endParaRPr lang="en-IN" sz="36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330" y="2096770"/>
            <a:ext cx="4117340" cy="31184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665" y="2068830"/>
            <a:ext cx="3803650" cy="3146425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" y="2096770"/>
            <a:ext cx="3847465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55" y="1049020"/>
            <a:ext cx="10342245" cy="64198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medication errors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adherence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prescription history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centralized data storage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users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caregivers effectively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AI-based instant assistance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system monitoring (Admin)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6-03-23 at 6.14.56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3920" y="2270125"/>
            <a:ext cx="4572000" cy="39071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155055" y="1417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for personalized recommendations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pharmacy systems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support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scalability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6-03-23 at 6.14.55 PM (1)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29880" y="771525"/>
            <a:ext cx="4110355" cy="52952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1356995"/>
            <a:ext cx="10332720" cy="80454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5660" y="2055495"/>
            <a:ext cx="10244455" cy="3345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Prescripto provides a secure and efficient digital prescription system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medication errors and improves patient safety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medication tracking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users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storage and easy access to medical records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healthcare efficiency</a:t>
            </a:r>
            <a:endParaRPr kumimoji="0" lang="en-US" alt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WhatsApp Image 2026-03-23 at 6.14.54 PM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41360" y="3242945"/>
            <a:ext cx="3197860" cy="3342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619795"/>
            <a:ext cx="10515600" cy="342246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14*156"/>
  <p:tag name="TABLE_ENDDRAG_RECT" val="113*252*614*1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3813</Words>
  <Application>WPS Presentation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Wingdings</vt:lpstr>
      <vt:lpstr>Aptos Display</vt:lpstr>
      <vt:lpstr>Segoe UI Variable Display</vt:lpstr>
      <vt:lpstr>Microsoft YaHei</vt:lpstr>
      <vt:lpstr>Arial Unicode MS</vt:lpstr>
      <vt:lpstr>Aptos</vt:lpstr>
      <vt:lpstr>Segoe UI</vt:lpstr>
      <vt:lpstr>Calibri</vt:lpstr>
      <vt:lpstr>Office Theme</vt:lpstr>
      <vt:lpstr>Prescripto - Online Medication and Prescription Tracker</vt:lpstr>
      <vt:lpstr>TEAM MEMBERS</vt:lpstr>
      <vt:lpstr>INTRODUCTION</vt:lpstr>
      <vt:lpstr>PROBLEM STATEMENT</vt:lpstr>
      <vt:lpstr>OBJECTIVES OF PROJECT</vt:lpstr>
      <vt:lpstr>PROJECT DESCRIPTION</vt:lpstr>
      <vt:lpstr>KEY FEATURES:</vt:lpstr>
      <vt:lpstr>EXISTING SYSTEM VS PROPOSED SYSTEM:</vt:lpstr>
      <vt:lpstr>SCOPE OF PROJECT</vt:lpstr>
      <vt:lpstr>SYSTEM ARCHITECTURE:</vt:lpstr>
      <vt:lpstr>PowerPoint 演示文稿</vt:lpstr>
      <vt:lpstr>PowerPoint 演示文稿</vt:lpstr>
      <vt:lpstr>TECH STACK USED:</vt:lpstr>
      <vt:lpstr>TARGET USERS</vt:lpstr>
      <vt:lpstr>IMPLEMENTATION AND RESULT</vt:lpstr>
      <vt:lpstr>ADVANTAGES:</vt:lpstr>
      <vt:lpstr>FUTURE SCOPE</vt:lpstr>
      <vt:lpstr>CONCLUSION:</vt:lpstr>
      <vt:lpstr>THANK YOU!!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Badri</dc:creator>
  <cp:lastModifiedBy>Akshata Kapare</cp:lastModifiedBy>
  <cp:revision>26</cp:revision>
  <dcterms:created xsi:type="dcterms:W3CDTF">2026-03-17T09:33:00Z</dcterms:created>
  <dcterms:modified xsi:type="dcterms:W3CDTF">2026-03-25T14:58:08Z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00949F4276DA4EBC8238894D6E1A1E65_12</vt:lpwstr>
  </property>
  <property fmtid="{D5CDD505-2E9C-101B-9397-08002B2CF9AE}" pid="3" name="KSOProductBuildVer">
    <vt:lpwstr>2057-12.2.0.23197</vt:lpwstr>
  </property>
</Properties>
</file>