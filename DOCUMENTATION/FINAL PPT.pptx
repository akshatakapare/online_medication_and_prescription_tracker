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75" r:id="rId6"/>
    <p:sldId id="264" r:id="rId7"/>
    <p:sldId id="274" r:id="rId8"/>
    <p:sldId id="262" r:id="rId9"/>
    <p:sldId id="261" r:id="rId10"/>
    <p:sldId id="279" r:id="rId11"/>
    <p:sldId id="277" r:id="rId12"/>
    <p:sldId id="268" r:id="rId13"/>
    <p:sldId id="269" r:id="rId14"/>
    <p:sldId id="270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D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Badri" userId="c3697721570d12e6" providerId="LiveId" clId="{AA64FC80-6D13-42AC-8640-FFE1FE8D359C}"/>
    <pc:docChg chg="delSld modSld sldOrd">
      <pc:chgData name="Shreya Badri" userId="c3697721570d12e6" providerId="LiveId" clId="{AA64FC80-6D13-42AC-8640-FFE1FE8D359C}" dt="2026-03-28T13:30:09.306" v="2" actId="2696"/>
      <pc:docMkLst>
        <pc:docMk/>
      </pc:docMkLst>
      <pc:sldChg chg="ord">
        <pc:chgData name="Shreya Badri" userId="c3697721570d12e6" providerId="LiveId" clId="{AA64FC80-6D13-42AC-8640-FFE1FE8D359C}" dt="2026-03-25T17:01:55.402" v="1"/>
        <pc:sldMkLst>
          <pc:docMk/>
          <pc:sldMk cId="0" sldId="262"/>
        </pc:sldMkLst>
      </pc:sldChg>
      <pc:sldChg chg="del">
        <pc:chgData name="Shreya Badri" userId="c3697721570d12e6" providerId="LiveId" clId="{AA64FC80-6D13-42AC-8640-FFE1FE8D359C}" dt="2026-03-28T13:30:09.306" v="2" actId="2696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5200"/>
                    </a14:imgEffect>
                    <a14:imgEffect>
                      <a14:saturation sat="91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518D1-ED0C-4CBD-B2DB-8C729FE8B2BC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3025B-1BDD-4DCB-A4A9-7F69014BE1E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hatsApp Image 2026-03-23 at 6.14.51 PM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EBF5FF">
                  <a:alpha val="100000"/>
                </a:srgbClr>
              </a:clrFrom>
              <a:clrTo>
                <a:srgbClr val="EBF5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790575" y="-325934"/>
            <a:ext cx="6648666" cy="4525010"/>
          </a:xfrm>
          <a:prstGeom prst="rect">
            <a:avLst/>
          </a:prstGeom>
        </p:spPr>
      </p:pic>
      <p:pic>
        <p:nvPicPr>
          <p:cNvPr id="4" name="Picture 3" descr="WhatsApp Image 2026-03-23 at 6.14.55 PM"/>
          <p:cNvPicPr>
            <a:picLocks noChangeAspect="1"/>
          </p:cNvPicPr>
          <p:nvPr/>
        </p:nvPicPr>
        <p:blipFill>
          <a:blip r:embed="rId3">
            <a:alphaModFix amt="2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72095" y="3773805"/>
            <a:ext cx="4319905" cy="3667760"/>
          </a:xfrm>
          <a:prstGeom prst="rect">
            <a:avLst/>
          </a:prstGeom>
        </p:spPr>
      </p:pic>
      <p:pic>
        <p:nvPicPr>
          <p:cNvPr id="3" name="Picture 2" descr="WhatsApp Image 2026-03-23 at 6.14.47 PM"/>
          <p:cNvPicPr>
            <a:picLocks noChangeAspect="1"/>
          </p:cNvPicPr>
          <p:nvPr/>
        </p:nvPicPr>
        <p:blipFill>
          <a:blip r:embed="rId4">
            <a:alphaModFix amt="2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16426" y="3491230"/>
            <a:ext cx="5150485" cy="3366770"/>
          </a:xfrm>
          <a:prstGeom prst="rect">
            <a:avLst/>
          </a:prstGeom>
        </p:spPr>
      </p:pic>
      <p:pic>
        <p:nvPicPr>
          <p:cNvPr id="5" name="Picture 4" descr="WhatsApp Image 2026-03-23 at 6.14.52 PM"/>
          <p:cNvPicPr>
            <a:picLocks noChangeAspect="1"/>
          </p:cNvPicPr>
          <p:nvPr/>
        </p:nvPicPr>
        <p:blipFill>
          <a:blip r:embed="rId5">
            <a:alphaModFix amt="2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05800" y="-869315"/>
            <a:ext cx="4127500" cy="454406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910716" y="1357451"/>
            <a:ext cx="9387155" cy="4250234"/>
          </a:xfrm>
        </p:spPr>
        <p:txBody>
          <a:bodyPr>
            <a:normAutofit fontScale="90000"/>
          </a:bodyPr>
          <a:lstStyle/>
          <a:p>
            <a:br>
              <a:rPr lang="en-US" altLang="en-GB" sz="4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 sz="4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MEDICATION  AND PRESCRIPTION TRACKER</a:t>
            </a:r>
            <a:br>
              <a:rPr lang="en-US" altLang="en-GB" sz="4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GB" sz="4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GB" sz="4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GB" sz="4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 sz="27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US" altLang="en-GB" sz="27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 sz="2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Vinay Prashant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1845" y="1471930"/>
            <a:ext cx="6263005" cy="618490"/>
          </a:xfrm>
        </p:spPr>
        <p:txBody>
          <a:bodyPr/>
          <a:lstStyle/>
          <a:p>
            <a:pPr algn="l"/>
            <a:r>
              <a:rPr lang="en-IN" sz="36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236" y="3603749"/>
            <a:ext cx="9486472" cy="1980344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</a:t>
            </a:r>
          </a:p>
          <a:p>
            <a:pPr algn="l"/>
            <a:endParaRPr lang="en-IN" dirty="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65835" y="2773045"/>
          <a:ext cx="780034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KHUSHI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2.SHREYA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3.PRIYANSH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BACKEND,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4.AKSHATA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BACKEND,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910" y="1056005"/>
            <a:ext cx="10323195" cy="1325880"/>
          </a:xfrm>
        </p:spPr>
        <p:txBody>
          <a:bodyPr/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545" y="2065655"/>
            <a:ext cx="10322560" cy="40487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Ø"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healthcare systems rely on manual prescriptions and paper records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struggle with managing medications and schedules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missed doses, errors, and lost prescriptions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efficient communication between doctors and patients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secure and centralized digital solution.</a:t>
            </a:r>
          </a:p>
        </p:txBody>
      </p:sp>
      <p:pic>
        <p:nvPicPr>
          <p:cNvPr id="4" name="Picture 3" descr="WhatsApp Image 2026-03-23 at 6.14.47 PM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64680" y="2961005"/>
            <a:ext cx="5150485" cy="3366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5040" y="518795"/>
            <a:ext cx="9828530" cy="93218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5040" y="2054860"/>
            <a:ext cx="6403975" cy="443357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medication tracking systems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maintaining and retrieving prescriptions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monitoring of patient medication adherence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leading to incorrect dosage and misuse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and secure platform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b="3174"/>
          <a:stretch>
            <a:fillRect/>
          </a:stretch>
        </p:blipFill>
        <p:spPr>
          <a:xfrm>
            <a:off x="7515496" y="1451019"/>
            <a:ext cx="4162697" cy="4148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6615"/>
            <a:ext cx="10457180" cy="699135"/>
          </a:xfrm>
        </p:spPr>
        <p:txBody>
          <a:bodyPr/>
          <a:lstStyle/>
          <a:p>
            <a:r>
              <a:rPr lang="en-IN" altLang="en-GB" sz="3600" b="1"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digital prescription system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medication tracking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automated reminders for schedules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between doctors and patients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storage and easy access to records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accuracy and efficiency in healthcare</a:t>
            </a:r>
          </a:p>
        </p:txBody>
      </p:sp>
      <p:pic>
        <p:nvPicPr>
          <p:cNvPr id="4" name="Picture 3" descr="WhatsApp Image 2026-03-23 at 6.14.52 PM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1210" y="2014855"/>
            <a:ext cx="3780790" cy="4544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717550"/>
            <a:ext cx="10198100" cy="132588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 rot="10800000" flipV="1">
            <a:off x="875665" y="1798320"/>
            <a:ext cx="10457815" cy="304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Prescription Management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 Tracking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Reminders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(Doctor, Patient, Caregiver, Admin)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Prescription History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Caregiver Support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Health Assistant (Chatbot)</a:t>
            </a: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0" y="39438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WhatsApp Image 2026-03-23 at 6.14.47 PM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D">
                  <a:alpha val="100000"/>
                </a:srgbClr>
              </a:clrFrom>
              <a:clrTo>
                <a:srgbClr val="FFFF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9835" y="3220085"/>
            <a:ext cx="6452235" cy="3637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383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6354" y="3269774"/>
          <a:ext cx="10093235" cy="1584960"/>
        </p:xfrm>
        <a:graphic>
          <a:graphicData uri="http://schemas.openxmlformats.org/drawingml/2006/table">
            <a:tbl>
              <a:tblPr/>
              <a:tblGrid>
                <a:gridCol w="5080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6703" y="2000250"/>
          <a:ext cx="9553544" cy="3679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6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6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(Prescripto)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Paper-based prescriptions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prescription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reminders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loss or damage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cloud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medication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medication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record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access to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970" y="1014730"/>
            <a:ext cx="10515600" cy="77597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USED: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9970" y="2073910"/>
            <a:ext cx="5372100" cy="219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/ React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 17</a:t>
            </a:r>
            <a:r>
              <a:rPr kumimoji="0" lang="en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SpringBoot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 Google Gemini API (2.5-Flash)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JWT Authentication</a:t>
            </a:r>
          </a:p>
        </p:txBody>
      </p:sp>
      <p:pic>
        <p:nvPicPr>
          <p:cNvPr id="3" name="Picture 2" descr="WhatsApp Image 2026-03-23 at 6.14.48 PM (1)"/>
          <p:cNvPicPr>
            <a:picLocks noChangeAspect="1"/>
          </p:cNvPicPr>
          <p:nvPr/>
        </p:nvPicPr>
        <p:blipFill>
          <a:blip r:embed="rId2">
            <a:alphaModFix amt="40000"/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09355" y="5680710"/>
            <a:ext cx="3060065" cy="929005"/>
          </a:xfrm>
          <a:prstGeom prst="rect">
            <a:avLst/>
          </a:prstGeom>
        </p:spPr>
      </p:pic>
      <p:pic>
        <p:nvPicPr>
          <p:cNvPr id="5" name="Picture 4" descr="WhatsApp Image 2026-03-23 at 6.14.48 PM"/>
          <p:cNvPicPr>
            <a:picLocks noChangeAspect="1"/>
          </p:cNvPicPr>
          <p:nvPr/>
        </p:nvPicPr>
        <p:blipFill>
          <a:blip r:embed="rId3">
            <a:alphaModFix amt="4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1520" y="3432810"/>
            <a:ext cx="2247900" cy="2247900"/>
          </a:xfrm>
          <a:prstGeom prst="rect">
            <a:avLst/>
          </a:prstGeom>
        </p:spPr>
      </p:pic>
      <p:pic>
        <p:nvPicPr>
          <p:cNvPr id="6" name="Picture 5" descr="WhatsApp Image 2026-03-23 at 6.14.49 PM"/>
          <p:cNvPicPr>
            <a:picLocks noChangeAspect="1"/>
          </p:cNvPicPr>
          <p:nvPr/>
        </p:nvPicPr>
        <p:blipFill>
          <a:blip r:embed="rId4">
            <a:alphaModFix amt="40000"/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4650" y="2255520"/>
            <a:ext cx="2762885" cy="1718945"/>
          </a:xfrm>
          <a:prstGeom prst="rect">
            <a:avLst/>
          </a:prstGeom>
        </p:spPr>
      </p:pic>
      <p:pic>
        <p:nvPicPr>
          <p:cNvPr id="7" name="Picture 6" descr="WhatsApp Image 2026-03-23 at 6.14.50 PM"/>
          <p:cNvPicPr>
            <a:picLocks noChangeAspect="1"/>
          </p:cNvPicPr>
          <p:nvPr/>
        </p:nvPicPr>
        <p:blipFill>
          <a:blip r:embed="rId5">
            <a:alphaModFix amt="5000"/>
            <a:clrChange>
              <a:clrFrom>
                <a:srgbClr val="EDEDED">
                  <a:alpha val="100000"/>
                </a:srgbClr>
              </a:clrFrom>
              <a:clrTo>
                <a:srgbClr val="EDEDE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94805" y="4503420"/>
            <a:ext cx="2114550" cy="2354580"/>
          </a:xfrm>
          <a:prstGeom prst="rect">
            <a:avLst/>
          </a:prstGeom>
        </p:spPr>
      </p:pic>
      <p:pic>
        <p:nvPicPr>
          <p:cNvPr id="10" name="Picture 9" descr="WhatsApp Image 2026-03-23 at 6.14.53 PM"/>
          <p:cNvPicPr>
            <a:picLocks noChangeAspect="1"/>
          </p:cNvPicPr>
          <p:nvPr/>
        </p:nvPicPr>
        <p:blipFill>
          <a:blip r:embed="rId6">
            <a:alphaModFix amt="40000"/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8485" y="220980"/>
            <a:ext cx="2723515" cy="21805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10989"/>
          <a:stretch>
            <a:fillRect/>
          </a:stretch>
        </p:blipFill>
        <p:spPr>
          <a:xfrm>
            <a:off x="952500" y="1506584"/>
            <a:ext cx="9471660" cy="49862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sz="3600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for instant responses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Medicine usage and dosage information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query handling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Health tips and basic guidance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Quick suggestion buttons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Floating chat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7090"/>
            <a:ext cx="10515600" cy="843915"/>
          </a:xfrm>
        </p:spPr>
        <p:txBody>
          <a:bodyPr/>
          <a:lstStyle/>
          <a:p>
            <a:r>
              <a:rPr lang="en-IN" altLang="en-GB" sz="3600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Doctors: Create and manage prescriptions, monitor patients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Patients: Track medications, receive reminders, view history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Caregivers: Assist patients, monitor schedules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Admin: Manage users, monitor system, handle complaints</a:t>
            </a:r>
          </a:p>
        </p:txBody>
      </p:sp>
      <p:pic>
        <p:nvPicPr>
          <p:cNvPr id="5" name="Picture 4" descr="WhatsApp Image 2026-03-23 at 6.14.47 PM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09640" y="2043430"/>
            <a:ext cx="5720080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555" y="1049020"/>
            <a:ext cx="10342245" cy="64198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medication errors</a:t>
            </a: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patient adherence</a:t>
            </a: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prescription history</a:t>
            </a: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centralized data storage</a:t>
            </a: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between users</a:t>
            </a: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caregivers effectively</a:t>
            </a: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AI-based instant assistance</a:t>
            </a: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system monitoring (Admin)</a:t>
            </a:r>
          </a:p>
        </p:txBody>
      </p:sp>
      <p:pic>
        <p:nvPicPr>
          <p:cNvPr id="5" name="Picture 4" descr="WhatsApp Image 2026-03-23 at 6.14.56 PM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3920" y="2270125"/>
            <a:ext cx="4572000" cy="39071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155055" y="1417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for personalized recommendations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pharmacy systems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support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scalability</a:t>
            </a:r>
          </a:p>
        </p:txBody>
      </p:sp>
      <p:pic>
        <p:nvPicPr>
          <p:cNvPr id="5" name="Picture 4" descr="WhatsApp Image 2026-03-23 at 6.14.55 PM (1)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29880" y="771525"/>
            <a:ext cx="4110355" cy="52952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660" y="1356995"/>
            <a:ext cx="10332720" cy="80454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5660" y="2055495"/>
            <a:ext cx="10244455" cy="3345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Prescripto provides a secure and efficient digital prescription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medication errors and improves patient safety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medication tracking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between users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safe storage and easy access to medical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healthcare efficiency</a:t>
            </a:r>
          </a:p>
        </p:txBody>
      </p:sp>
      <p:pic>
        <p:nvPicPr>
          <p:cNvPr id="3" name="Picture 2" descr="WhatsApp Image 2026-03-23 at 6.14.54 PM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41360" y="3242945"/>
            <a:ext cx="3197860" cy="3342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619795"/>
            <a:ext cx="10515600" cy="342246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4*156"/>
  <p:tag name="TABLE_ENDDRAG_RECT" val="113*252*614*15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439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Wingdings</vt:lpstr>
      <vt:lpstr>Office Theme</vt:lpstr>
      <vt:lpstr> ONLINE MEDICATION  AND PRESCRIPTION TRACKER    GUIDED BY: Vinay Prashant Sir</vt:lpstr>
      <vt:lpstr>TEAM MEMBERS</vt:lpstr>
      <vt:lpstr>INTRODUCTION</vt:lpstr>
      <vt:lpstr>PROBLEM STATEMENT</vt:lpstr>
      <vt:lpstr>OBJECTIVES OF PROJECT</vt:lpstr>
      <vt:lpstr>KEY FEATURES:</vt:lpstr>
      <vt:lpstr>EXISTING SYSTEM VS PROPOSED SYSTEM:</vt:lpstr>
      <vt:lpstr>TECH STACK USED:</vt:lpstr>
      <vt:lpstr>SYSTEM ARCHITECTURE:</vt:lpstr>
      <vt:lpstr>AI Features</vt:lpstr>
      <vt:lpstr>TARGET USERS</vt:lpstr>
      <vt:lpstr>ADVANTAGES:</vt:lpstr>
      <vt:lpstr>FUTURE SCOPE</vt:lpstr>
      <vt:lpstr>CONCLUSION: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Badri</dc:creator>
  <cp:lastModifiedBy>Shreya Badri</cp:lastModifiedBy>
  <cp:revision>29</cp:revision>
  <dcterms:created xsi:type="dcterms:W3CDTF">2026-03-17T09:33:00Z</dcterms:created>
  <dcterms:modified xsi:type="dcterms:W3CDTF">2026-03-28T13:30:20Z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00949F4276DA4EBC8238894D6E1A1E65_12</vt:lpwstr>
  </property>
  <property fmtid="{D5CDD505-2E9C-101B-9397-08002B2CF9AE}" pid="3" name="KSOProductBuildVer">
    <vt:lpwstr>2057-12.2.0.23197</vt:lpwstr>
  </property>
</Properties>
</file>